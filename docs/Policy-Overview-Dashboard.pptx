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6D77"/>
                </a:solidFill>
              </a:defRPr>
            </a:pPr>
            <a:r>
              <a:t>Policy Overview Dashboard - Insurance BFF Service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Contract-first, hexagonal Spring Boot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Ravi G  |  Date  |  HCLTech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- 1. Architecture Design &amp; Decisions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- 2. Git Details &amp; Working Platform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- 3. API Specification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- 4. Working Journal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- 5. Testing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1. Architecture Design &amp;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Hexagonal (ports &amp; adapters); dependencies point inward: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api -&gt; service -&gt; domain ;  infrastructure -&gt; domain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Layers: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api: controller, request/response DTOs, mapper, exception handler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service: use cases (PolicyService / PolicyServiceImpl), PolicySummary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domain: POJO Policy + enums, PolicyRepositoryPort, query value objects, domain exception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infrastructure: PolicyEntity (JPA), PolicyJpaRepository, persistence adapter, PolicySpecification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Verified: domain has zero JPA/Spring imports; service has zero infra/Spring-Data imports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1. Architecture - Key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DIP: service depends on domain-owned PolicyRepositoryPort; Spring Data adapter is injected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POJO domain vs JPA entity split (PolicyEntityMapper translates) - ORM never leaks into logic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OCP: filtering = one composable, null-safe Specification per criterion (Specification.allOf)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SRP: controller = HTTP only; mapper = translation/formatting; service = use cases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Schema as code: Flyway (V1 schema, V2 seed 220 rows); Hibernate ddl-auto=validate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Caching: Caffeine (policyListings / policyById / policySummary), TTL + event-based eviction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- 12-factor config; structured errors (404/400/503, no stack traces); Actuator health probes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2. Git Details &amp; Working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Repository: github.com/meetravig-collab/InsurancePolicyListDemo (public)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Default branch: dev  (master kept in sync via fast-forward)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Workflow: work on dev -&gt; CI gate (mvn verify) -&gt; container image published to GHCR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Commit style: descriptive messages with Co-Authored-By trailer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Working platform / tooling: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Windows 11 | JDK 17 (Temurin) | Maven 3.9 | PostgreSQL 16 | Docker Desktop | Git + GitHub CLI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CI/CD: GitHub Actions -&gt; GHCR; actions pinned to commit SHAs; Dependabot + security alerts enabled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3. API Specification -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Base path: /api/v1/policies   (contract-first openapi.yaml served via Swagger UI)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GET /api/v1/policies            - list: filter, sort, search, paginate (Spring Page)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GET /api/v1/policies/{id}       - single policy by UUID (404 if unknown)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PATCH /api/v1/policies/flag     - bulk flag for review; body { policyIds: [uuid] }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GET /api/v1/policies/summary    - counts by status, premium by line of business, expiring-soon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3. API Specification - List Query &amp;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GET /api/v1/policies parameters: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status (ACTIVE/EXPIRED/PENDING/CANCELLED), region (8 APAC), lineOfBusiness (PROPERTY/CASUALTY/ACCIDENT_AND_HEALTH/MARINE)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effectiveDateFrom / effectiveDateTo (yyyy-MM-dd); search (policyNumber + policyholderName + underwriter)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page / size (default 0 / 10); sort (default effectiveDate,desc; e.g. premiumAmount,desc)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Response fields: id, policyNumber, policyholderName, lineOfBusiness (display, e.g. A&amp;H), status (title-case),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premiumAmount, currency, effectiveDate, expiryDate, region, underwriter, flaggedForReview, isExpiringSoon, createdAt, updatedAt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Errors: 404 unknown id | 400 validation/type-mismatch | 503 DB unavailable - structured, no stack traces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4. Working Journal (process highlights)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Accepted: feature / schema / Docker / branching / k6 requests implemented as specified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Challenged / pushed back: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flagged 3 layering violations (service-&gt;api, infra-&gt;service, infra-&gt;domain leak) and fixed them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caught duplicated toTitleCase + presentation logic in the service; flagged a stale duplicate load test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recommended NOT auto-merging breaking Dependabot PRs (Spring Boot 4, future JDKs)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flagged PII risk - free-text search value was being logged - and removed it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Overrode: openapi -&gt; static/ for Swagger; line-gate then instruction-gate coverage; Dockerfile.local for proxy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Corrected: retracted the 'JPA enums on domain POJO' caveat after validating the domain is framework-free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Full log: docs/AI-WORKING-JOURNAL.md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5. 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Layered suite (38 tests):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service unit (port mocked) | caching (hits + eviction) | controller slice (real mapper)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full-stack acceptance on Testcontainers PostgreSQL (@Transactional rollback) | DB-failure path (503)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Edge / negative: invalid enum -&gt; 400, malformed UUID -&gt; 400, no match -&gt; empty page, flag unknown -&gt; no-op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Coverage: 92.5% line / 93.9% instruction (Lombok excluded); gated line &gt;= 80%, instruction &gt;= 85% (JaCoCo)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Load testing: Gatling (in-build gate) + k6; p95 &lt; 300ms list &amp; detail @ 50 concurrent sessions</a:t>
            </a:r>
          </a:p>
          <a:p>
            <a:pPr lvl="1">
              <a:spcAft>
                <a:spcPts val="500"/>
              </a:spcAft>
              <a:defRPr sz="1500">
                <a:solidFill>
                  <a:srgbClr val="222222"/>
                </a:solidFill>
              </a:defRPr>
            </a:pPr>
            <a:r>
              <a:t>  - measured: list ~150ms, detail ~80ms, 0 errors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CI: mvn verify (Testcontainers + coverage gate) must pass before the image is published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D77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Production-grade BFF: SOLID, clean (hexagonal) architecture, 12-factor, contract-first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Cross-cutting covered: caching, logging (no PII), error handling, health checks, externalised config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Tested (38 + load), coverage-gated, performance-gated, CI/CD to GHCR with supply-chain hardening</a:t>
            </a:r>
          </a:p>
          <a:p>
            <a:pPr>
              <a:spcAft>
                <a:spcPts val="500"/>
              </a:spcAft>
              <a:defRPr sz="1800">
                <a:solidFill>
                  <a:srgbClr val="222222"/>
                </a:solidFill>
              </a:defRPr>
            </a:pPr>
            <a:r>
              <a:t>- Repo: github.com/meetravig-collab/InsurancePolicyListDemo  (branch: dev)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